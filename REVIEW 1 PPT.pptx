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57" r:id="rId4"/>
    <p:sldId id="274" r:id="rId5"/>
    <p:sldId id="273" r:id="rId6"/>
    <p:sldId id="268" r:id="rId7"/>
    <p:sldId id="272" r:id="rId8"/>
    <p:sldId id="271" r:id="rId9"/>
    <p:sldId id="270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Refer- Annexure-1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Refer- Annexure-1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 (continuation)..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[1]. A. Kumar, B. R. Patel, and C. Zhang, “Plant disease identification using convolutional neural networks,” </a:t>
            </a:r>
            <a:r>
              <a:rPr lang="en-US" i="1" dirty="0"/>
              <a:t>IEEE Access</a:t>
            </a:r>
            <a:r>
              <a:rPr lang="en-US" dirty="0"/>
              <a:t>, vol. 9, pp. 34567–34578, Mar. 2021.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[2]. J. Smith, “Deep learning in agricultural systems,” </a:t>
            </a:r>
            <a:r>
              <a:rPr lang="en-US" i="1" dirty="0"/>
              <a:t>IEEE Transactions on Neural Networks and Learning Systems</a:t>
            </a:r>
            <a:r>
              <a:rPr lang="en-US" dirty="0"/>
              <a:t>, vol. 32, no. 7, pp. 1234–1245, Jul. 2021.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288</Words>
  <Application>Microsoft Office PowerPoint</Application>
  <PresentationFormat>Widescreen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</vt:lpstr>
      <vt:lpstr>Verdana</vt:lpstr>
      <vt:lpstr>Wingdings</vt:lpstr>
      <vt:lpstr>Bioinformatics</vt:lpstr>
      <vt:lpstr>PROJECT TITLE</vt:lpstr>
      <vt:lpstr>Problem Statement Number: </vt:lpstr>
      <vt:lpstr>Content</vt:lpstr>
      <vt:lpstr>Content (continuation)..</vt:lpstr>
      <vt:lpstr>Analysis of Problem Statement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Lakshmipriya Narayan</cp:lastModifiedBy>
  <cp:revision>39</cp:revision>
  <dcterms:modified xsi:type="dcterms:W3CDTF">2025-08-12T04:20:25Z</dcterms:modified>
</cp:coreProperties>
</file>